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iwaj Khadka – AI Recommendation Module…"/>
          <p:cNvSpPr txBox="1"/>
          <p:nvPr>
            <p:ph type="body" idx="1"/>
          </p:nvPr>
        </p:nvSpPr>
        <p:spPr>
          <a:xfrm>
            <a:off x="1206499" y="2729994"/>
            <a:ext cx="21971001" cy="8256012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6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Riwaj Khadka – AI Recommendation Module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is your role?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"I am responsible for developing the AI Recommendation Module of our project."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will you do?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Collect member information like age, height, weight, BMI, fitness goal, and experience level.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Create AI rules that recommend suitable workout plans.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Test whether the recommendations are correct.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Improve the recommendation logic if needed.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Simple explanation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"When a member registers, our AI checks their BMI, age, experience, and fitness goal. Based on these details, it recommends a suitable workout plan. My responsibility is to build this recommendation system."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Darpan Subedi – Testing, Documentation &amp; Presentation…"/>
          <p:cNvSpPr txBox="1"/>
          <p:nvPr>
            <p:ph type="body" idx="1"/>
          </p:nvPr>
        </p:nvSpPr>
        <p:spPr>
          <a:xfrm>
            <a:off x="1206500" y="2729994"/>
            <a:ext cx="21971000" cy="8256012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6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Darpan Subedi – Testing, Documentation &amp; Presentation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is your role?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"I am responsible for testing the project, preparing documentation, and helping with the presentation."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will you do?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Test every feature of the system.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Find and report bugs.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Help fix errors with the team.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Prepare the project report and user documentation.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Assist in creating the presentation slides.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Simple explanation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"My responsibility is to make sure every feature works properly without errors. I also prepare the project documentation and help present the project."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Aayush Shah – Frontend UI…"/>
          <p:cNvSpPr txBox="1"/>
          <p:nvPr>
            <p:ph type="body" idx="1"/>
          </p:nvPr>
        </p:nvSpPr>
        <p:spPr>
          <a:xfrm>
            <a:off x="1206500" y="2729994"/>
            <a:ext cx="21971000" cy="8256012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6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Aayush Shah – Frontend UI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is your role?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"I am responsible for designing the user interface of the website."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will you do?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Design the website pages.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Create forms for login and registration.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Build dashboards.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Make the website simple and user-friendly.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Ensure it works properly on different screen sizes.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Simple explanation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"The frontend is what users can see and interact with. My responsibility is to make the website easy to use and visually appealing."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Nauraj Khawas &amp; Ankit Das – Database (MySQL)…"/>
          <p:cNvSpPr txBox="1"/>
          <p:nvPr>
            <p:ph type="body" idx="1"/>
          </p:nvPr>
        </p:nvSpPr>
        <p:spPr>
          <a:xfrm>
            <a:off x="1206500" y="2729994"/>
            <a:ext cx="21971000" cy="8256012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6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Nauraj Khawas &amp; Ankit Das – Database (MySQL)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is your role?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"We are responsible for designing and managing the MySQL database."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will you do?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Design database tables.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Store member information securely.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Store attendance records.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Store trainer information.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Store workout history.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Retrieve data whenever needed.</a:t>
            </a:r>
          </a:p>
          <a:p>
            <a:pPr marL="342900" indent="-342900" defTabSz="457200">
              <a:lnSpc>
                <a:spcPct val="100000"/>
              </a:lnSpc>
              <a:spcBef>
                <a:spcPts val="0"/>
              </a:spcBef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Backup important data.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Simple explanation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"The database stores all the information used by the system. Whenever a user registers or attendance is recorded, the information is saved in MySQL. Our responsibility is to keep this data organized and secure."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